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オペコピのデータの流れとセキュリティの説明用。接続元は院内の固定グローバルIPに限定。ログインは利用者ごと、管理画面は別パスワード。氏名は保存せず患者IDは加工IDで保存。ただし読み取りのため画像はOpenAIへ送信されるため、閉域で完結する仕組みではない点は正確に説明す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オペコピ ― データの流れとセキュリティ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手術記録用紙を読み取り、JOANR入力を補助する院内ツール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EFF6F6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院内ネットワーク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737360"/>
            <a:ext cx="25968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FE2"/>
            </a:solidFill>
            <a:prstDash val="solid"/>
          </a:ln>
          <a:effectLst>
            <a:outerShdw sx="100000" sy="100000" kx="0" ky="0" algn="bl" rotWithShape="0" blurRad="76200" dist="12700" dir="5400000">
              <a:srgbClr val="AAB4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院内PC / サイドバー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194560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PDFを読み込み、ページごとに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「送る / 送らない」を選ぶ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固定グローバルIPからのみ接続可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56432" y="1901952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暗号化通信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212848"/>
            <a:ext cx="777240" cy="27432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373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2700" dir="5400000">
              <a:srgbClr val="6E8A8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1122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オペコピ本体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395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ログイン確認・読み取り指示・結果の整形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0" cy="256032"/>
          </a:xfrm>
          <a:prstGeom prst="line">
            <a:avLst/>
          </a:prstGeom>
          <a:noFill/>
          <a:ln w="19050">
            <a:solidFill>
              <a:srgbClr val="D8DF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182112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325526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25696" y="34747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用紙マスタ・医師名簿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術式マスタ・利用者名簿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08192" y="3182112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325526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44768" y="34747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症例台帳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氏名は保存しない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26680" y="19019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画像のみ送信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2212848"/>
            <a:ext cx="777240" cy="274320"/>
          </a:xfrm>
          <a:prstGeom prst="rightArrow">
            <a:avLst/>
          </a:prstGeom>
          <a:solidFill>
            <a:srgbClr val="E0A44A"/>
          </a:solidFill>
          <a:ln w="12700">
            <a:solidFill>
              <a:srgbClr val="E0A4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173736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0A44A"/>
            </a:solidFill>
            <a:prstDash val="solid"/>
          </a:ln>
          <a:effectLst>
            <a:outerShdw sx="100000" sy="100000" kx="0" ky="0" algn="bl" rotWithShape="0" blurRad="76200" dist="12700" dir="5400000">
              <a:srgbClr val="AAB4B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78240" y="1874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画像から文字を読み取る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(gpt-4o・米国)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78240" y="3246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学習には使われず30日以内に削除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187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セキュリティ対策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4553712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8DF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4700016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7091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469087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院内からしか使えない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" y="5010912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許可した固定グローバルIPからの接続だけを通す。院外からは画面すら表示されず遮断される。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74136" y="4553712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8DF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0440" y="4700016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7091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31336" y="469087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利用者ごとのログイン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20440" y="5010912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IDとパスワードで本人を確認。パスワードは暗号化して保存し、管理画面から発行・停止できる。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9632" y="4553712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8DF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5936" y="4700016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47091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56832" y="469087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管理画面は別パスワード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45936" y="5010912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用紙マスタ・症例台帳・利用者管理は管理者専用。利用者のIDでは開けない。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25128" y="4553712"/>
            <a:ext cx="260604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8DF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71432" y="4700016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71432" y="47091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82328" y="4690872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記録が残る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71432" y="5010912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どの症例を誰がいつ読み取ったかを台帳に記録。あとから追跡できる。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5925312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 w="12700">
            <a:solidFill>
              <a:srgbClr val="E0A4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5989320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個人情報の扱い　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氏名は台帳に保存しません／患者IDは加工した番号で保存／個人情報が写るページは「送らない」指定で除外できます。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※ 読み取りのために手術記録の画像はOpenAI社(米国)へ送信されます。院内で完結する仕組みではありません。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2026-08-10T02:12:40Z</dcterms:created>
  <dcterms:modified xsi:type="dcterms:W3CDTF">2026-08-10T02:12:40Z</dcterms:modified>
</cp:coreProperties>
</file>